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SIS COVER">
  <p:cSld name="GENESIS COVER">
    <p:bg>
      <p:bgPr>
        <a:solidFill>
          <a:schemeClr val="dk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SIS CONTENT">
  <p:cSld name="GENESIS CONTENT">
    <p:bg>
      <p:bgPr>
        <a:solidFill>
          <a:schemeClr val="l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fmla="val 13333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esis logo"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5950" y="384048"/>
            <a:ext cx="534131" cy="69494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alibri"/>
              <a:buNone/>
            </a:pPr>
            <a:r>
              <a:rPr b="0" i="0" lang="en-US" spc="100" sz="10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Genesis Ideathon – Pre-Ideathon Template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259007" y="6409944"/>
            <a:ext cx="457200" cy="395935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5875">
            <a:solidFill>
              <a:schemeClr val="accent4">
                <a:alpha val="27843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5875">
            <a:solidFill>
              <a:schemeClr val="accent4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5875">
            <a:solidFill>
              <a:schemeClr val="accent4">
                <a:alpha val="18039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  <a:defRPr b="1" i="0" spc="100" sz="24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://cb.sc" TargetMode="External"/><Relationship Id="rId5" Type="http://schemas.openxmlformats.org/officeDocument/2006/relationships/hyperlink" Target="http://cb.sc" TargetMode="External"/><Relationship Id="rId6" Type="http://schemas.openxmlformats.org/officeDocument/2006/relationships/hyperlink" Target="http://cb.sc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5875">
            <a:solidFill>
              <a:schemeClr val="accent4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>
              <a:alpha val="25098"/>
            </a:schemeClr>
          </a:solidFill>
          <a:ln cap="flat" cmpd="sng" w="15875">
            <a:solidFill>
              <a:schemeClr val="accent4">
                <a:alpha val="45098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5875">
            <a:solidFill>
              <a:schemeClr val="accent4">
                <a:alpha val="5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>
              <a:alpha val="7019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>
              <a:alpha val="45098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chemeClr val="accent3">
                <a:alpha val="65098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esis logo"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0766" y="2125980"/>
            <a:ext cx="1792148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i="0" lang="en-US" spc="400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PRE-IDEATHON TEMPLATE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mbria"/>
              <a:buNone/>
            </a:pPr>
            <a:r>
              <a:rPr b="1" i="0" lang="en-US" spc="200" sz="5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GENESIS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Font typeface="Cambria"/>
              <a:buNone/>
            </a:pPr>
            <a:r>
              <a:rPr b="1" i="0" lang="en-US" spc="200" sz="54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IDEATHON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fmla="val 50000" name="adj"/>
            </a:avLst>
          </a:prstGeom>
          <a:noFill/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pc="30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&amp; DOMAIN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548640" y="3127285"/>
            <a:ext cx="5669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Introduce your team and the domain you have chosen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548640" y="3492970"/>
            <a:ext cx="60351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Name  – Brute Force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4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Members  – Vishran S : </a:t>
            </a:r>
            <a:r>
              <a:rPr b="0" i="0" lang="en-US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CB.SC</a:t>
            </a: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.U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4CSE26565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		Lahar B 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CB.SC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.U4CSE26504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		Ram Charan D 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CB.SC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.U4CSE26212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		Harsha Vardhan C : CB.SC.U4CSE26211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4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Selected Domain – 7. Digital Technologies, AI &amp; Cybersecurity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4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Statement – Lack of an intelligent, real-time indoor-outdoor navigation and dynamic routing system across sprawling campus layouts, causing transit confusion and delays.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b="1" lang="en-US" spc="100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DOMAIN PROBLEM IN OUR WORDS</a:t>
            </a:r>
            <a:endParaRPr sz="2400"/>
          </a:p>
        </p:txBody>
      </p:sp>
      <p:sp>
        <p:nvSpPr>
          <p:cNvPr id="49" name="Google Shape;49;p6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fmla="val 13333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603504" y="457200"/>
            <a:ext cx="630936" cy="54864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eam icon"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Calibri"/>
              <a:buNone/>
            </a:pPr>
            <a:r>
              <a:rPr b="1" i="0" lang="en-US" spc="30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Brute Force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548640" y="1463040"/>
            <a:ext cx="457200" cy="395935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ghtbulb icon" id="54" name="Google Shape;5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52339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Explain the problem in your domain simply, in your own words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868680" y="2148840"/>
            <a:ext cx="10424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exactly needs to be solved?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campus environments like Amrita lack a smart navigation system that maps not just roads, but internal pathways, specific buildings, labs, classrooms, and shuttle tracking in real-time.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is it important right now?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Freshers, visitors, and delivery personnel constantly struggle to find locations efficiently, resulting in wasted time, missed classes, and logistical friction on campus.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 txBox="1"/>
          <p:nvPr>
            <p:ph idx="4294967295" type="sldNum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type="title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b="1" lang="en-US" spc="100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WHO IS AFFECTED?</a:t>
            </a:r>
            <a:endParaRPr sz="2400"/>
          </a:p>
        </p:txBody>
      </p:sp>
      <p:sp>
        <p:nvSpPr>
          <p:cNvPr id="64" name="Google Shape;64;p7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fmla="val 13333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603504" y="457200"/>
            <a:ext cx="630936" cy="54864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eam icon"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Calibri"/>
              <a:buNone/>
            </a:pPr>
            <a:r>
              <a:rPr b="1" i="0" lang="en-US" spc="30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Brute Force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548640" y="1463040"/>
            <a:ext cx="457200" cy="395935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ghtbulb icon" id="69" name="Google Shape;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52339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Target users, stakeholders, beneficiaries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users / target group: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1st-year students struggling to find lecture halls, labs, and hostel blocks during their first weeks.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Campus visitors, parents, and guest lecturers navigating the sprawling Amrita campus for the first time.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Secondary stakeholders: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Delivery agents and e-commerce personnel trying to locate specific hostels or department blocks.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Campus transport/buggy operators managing passenger demand.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benefits if the problem is solved?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entire university ecosystem saves cumulative hours of transit time, reduces daily logistical confusion, and experiences a smoother, stress-free campus workflow.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 txBox="1"/>
          <p:nvPr>
            <p:ph idx="4294967295" type="sldNum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>
            <p:ph type="title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b="1" lang="en-US" spc="100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CURRENT SITUATION &amp; CONTEXT</a:t>
            </a:r>
            <a:endParaRPr sz="2400"/>
          </a:p>
        </p:txBody>
      </p:sp>
      <p:sp>
        <p:nvSpPr>
          <p:cNvPr id="79" name="Google Shape;79;p8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fmla="val 13333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603504" y="457200"/>
            <a:ext cx="630936" cy="54864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eam icon" id="81" name="Google Shape;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Calibri"/>
              <a:buNone/>
            </a:pPr>
            <a:r>
              <a:rPr b="1" i="0" lang="en-US" spc="30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Brute Force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548640" y="1463040"/>
            <a:ext cx="457200" cy="395935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ghtbulb icon" id="84" name="Google Shape;8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52339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8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Existing scenario, background and how things work today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scenario and background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Currently, navigating large university campuses relies heavily on word-of-mouth directions, static signboards, or generic mapping apps (like Google Maps) which only show broad external roads and fail to map internal pathways, building corridors, or specific lab blocks.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workflow, step by 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user needs to find a specific room or lab (e.g., in the CSE or AB blocks).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open generic maps or ask peers/security since internal layouts are unmapped digitally.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spend extra time searching for entrances, stairwells, or specific wings, causing delays.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 txBox="1"/>
          <p:nvPr>
            <p:ph idx="4294967295" type="sldNum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type="title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b="1" lang="en-US" spc="100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KEY CHALLENGES</a:t>
            </a:r>
            <a:endParaRPr sz="2400"/>
          </a:p>
        </p:txBody>
      </p:sp>
      <p:sp>
        <p:nvSpPr>
          <p:cNvPr id="94" name="Google Shape;94;p9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fmla="val 13333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603504" y="457200"/>
            <a:ext cx="630936" cy="54864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eam icon" id="96" name="Google Shape;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Calibri"/>
              <a:buNone/>
            </a:pPr>
            <a:r>
              <a:rPr b="1" i="0" lang="en-US" spc="30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Brute Force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548640" y="1463040"/>
            <a:ext cx="457200" cy="395935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ghtbulb icon" id="99" name="Google Shape;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52339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Main difficulties, bottlenecks, root causes and consequences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difficulties and bottlenecks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Lack of granular indoor-outdoor mapping data; absence of real-time route optimization for walking paths vs. transport vehicles; lack of a centralized platform tailored specifically to campus infrastructure.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 causes behind them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map APIs are optimized for city-scale vehicular traffic, not pedestrian-heavy, multi-story educational campus layouts.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Consequences of leaving them unsolved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Continued student/visitor frustration, wasted lecture time due to late arrivals, and inefficient emergency response or delivery tracking on campus.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 txBox="1"/>
          <p:nvPr>
            <p:ph idx="4294967295" type="sldNum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>
            <p:ph type="title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b="1" lang="en-US" spc="100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EXISTING SOLUTIONS / APPROACHES</a:t>
            </a:r>
            <a:endParaRPr sz="2400"/>
          </a:p>
        </p:txBody>
      </p:sp>
      <p:sp>
        <p:nvSpPr>
          <p:cNvPr id="109" name="Google Shape;109;p10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fmla="val 13333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"/>
          <p:cNvSpPr/>
          <p:nvPr/>
        </p:nvSpPr>
        <p:spPr>
          <a:xfrm>
            <a:off x="603504" y="457200"/>
            <a:ext cx="630936" cy="54864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eam icon" id="111" name="Google Shape;1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Calibri"/>
              <a:buNone/>
            </a:pPr>
            <a:r>
              <a:rPr b="1" i="0" lang="en-US" spc="30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Brute Force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548640" y="1463040"/>
            <a:ext cx="457200" cy="395935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ghtbulb icon" id="114" name="Google Shape;11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52339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0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What is already being done, and where it falls short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methods, systems or alternatives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Generic map applications (Google/Apple Maps) or static PDF campus maps pinned on notice boards.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of each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maps cannot provide real-time turn-by-turn guidance. Standard map apps lack detailed indoor floor plans, room-level tagging, and shortcut paths unique to the campus.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gap they leave open (Key Challenges)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dedicated, lightweight, hyper-localized indoor-outdoor campus navigation engine that offers precise routing from any starting point to any specific lab, hall, or office on campus.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 txBox="1"/>
          <p:nvPr>
            <p:ph idx="4294967295" type="sldNum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"/>
          <p:cNvSpPr txBox="1"/>
          <p:nvPr>
            <p:ph type="title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b="1" lang="en-US" spc="100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PROBLEM INSIGHTS &amp; OPPORTUNITY AREAS</a:t>
            </a:r>
            <a:endParaRPr sz="2400"/>
          </a:p>
        </p:txBody>
      </p:sp>
      <p:sp>
        <p:nvSpPr>
          <p:cNvPr id="124" name="Google Shape;124;p11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fmla="val 13333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"/>
          <p:cNvSpPr/>
          <p:nvPr/>
        </p:nvSpPr>
        <p:spPr>
          <a:xfrm>
            <a:off x="603504" y="457200"/>
            <a:ext cx="630936" cy="54864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eam icon" id="126" name="Google Shape;1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1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Calibri"/>
              <a:buNone/>
            </a:pPr>
            <a:r>
              <a:rPr b="1" i="0" lang="en-US" spc="30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Brute Force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548640" y="1463040"/>
            <a:ext cx="457200" cy="395935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ghtbulb icon" id="129" name="Google Shape;12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52339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1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Resources required to solve the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Requirements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Laptops for development and testing; optionally, mobile phones for testing GPS/location simulation.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Requirements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Python (FastAPI/Backend), React.js / Next.js (Frontend), Leaflet.js / Mapbox for interactive map UI, and graph algorithms (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NetworkX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) for pathfinding logic.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resources (Including Human Resources)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team members handling frontend, backend, routing algorithms, and presentation/pitch design.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 txBox="1"/>
          <p:nvPr>
            <p:ph idx="4294967295" type="sldNum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type="title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b="1" lang="en-US" spc="100"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INITIAL DIRECTION &amp; EXPECTED OUTCOME</a:t>
            </a:r>
            <a:endParaRPr sz="2400"/>
          </a:p>
        </p:txBody>
      </p:sp>
      <p:sp>
        <p:nvSpPr>
          <p:cNvPr id="139" name="Google Shape;139;p12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fmla="val 13333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"/>
          <p:cNvSpPr/>
          <p:nvPr/>
        </p:nvSpPr>
        <p:spPr>
          <a:xfrm>
            <a:off x="603504" y="457200"/>
            <a:ext cx="630936" cy="54864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eam icon"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" y="548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2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Calibri"/>
              <a:buNone/>
            </a:pPr>
            <a:r>
              <a:rPr b="1" i="0" lang="en-US" spc="300" sz="9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Brute Force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548640" y="1463040"/>
            <a:ext cx="457200" cy="395935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ghtbulb icon" id="144" name="Google Shape;14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52339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What Is Your Expected Outcome?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your team intends to 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a functional prototype/web interface featuring smart indoor-outdoor routing tailored to the campus layout.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you want to improve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Transition campus navigation from guesswork and static maps to a dynamic, real-time pathfinding experience.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279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successful improvement should you achieve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Instant, accurate route guidance that cuts down user transit and search time significantly across the university grounds.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 txBox="1"/>
          <p:nvPr>
            <p:ph idx="4294967295" type="sldNum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